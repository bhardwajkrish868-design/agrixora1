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AGRIXORA: FARM2FUTURE (AGRIXORA: DIRECT MARKETPLACE &amp; PRE-ORDER SUPPLY CHAIN)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ID: </a:t>
            </a:r>
            <a:r>
              <a:rPr b="1" sz="1000">
                <a:solidFill>
                  <a:srgbClr val="10784B"/>
                </a:solidFill>
              </a:rPr>
              <a:t>26033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Title: </a:t>
            </a:r>
            <a:r>
              <a:rPr b="0" sz="1000">
                <a:solidFill>
                  <a:srgbClr val="1E293B"/>
                </a:solidFill>
              </a:rPr>
              <a:t>Multiple intermediaries reduce farmer earnings and increase consumer prices.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Theme: </a:t>
            </a:r>
            <a:r>
              <a:rPr b="0" sz="1000">
                <a:solidFill>
                  <a:srgbClr val="1E293B"/>
                </a:solidFill>
              </a:rPr>
              <a:t>Agriculture, FoodTech &amp; Rural Development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PS Category: </a:t>
            </a:r>
            <a:r>
              <a:rPr b="0" sz="1000">
                <a:solidFill>
                  <a:srgbClr val="1E293B"/>
                </a:solidFill>
              </a:rPr>
              <a:t>Software (AI Advisory + IoT Cold-Chain Simulation)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ID: </a:t>
            </a:r>
            <a:r>
              <a:rPr b="0" sz="1000">
                <a:solidFill>
                  <a:srgbClr val="1E293B"/>
                </a:solidFill>
              </a:rPr>
              <a:t>[Enter Registered Team ID]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Name: </a:t>
            </a:r>
            <a:r>
              <a:rPr b="1" sz="1000">
                <a:solidFill>
                  <a:srgbClr val="1E293B"/>
                </a:solidFill>
              </a:rPr>
              <a:t>Ashra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Working Prototype: </a:t>
            </a:r>
            <a:r>
              <a:rPr b="0" sz="1000">
                <a:solidFill>
                  <a:srgbClr val="10784B"/>
                </a:solidFill>
              </a:rPr>
              <a:t>https://agrixora.netlify.app (or Cloudflare Edge Live)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AGRIXORA: FARM2FUTURE (AGRIXORA: DIRECT MARKETPLACE &amp; PRE-ORDER SUPPLY CHAIN)</a:t>
            </a:r>
            <a:endParaRPr lang="en-US" dirty="0"/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ID: </a:t>
            </a:r>
            <a:r>
              <a:rPr b="1" sz="1000">
                <a:solidFill>
                  <a:srgbClr val="10784B"/>
                </a:solidFill>
              </a:rPr>
              <a:t>26033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Title: </a:t>
            </a:r>
            <a:r>
              <a:rPr b="0" sz="1000">
                <a:solidFill>
                  <a:srgbClr val="1E293B"/>
                </a:solidFill>
              </a:rPr>
              <a:t>Multiple intermediaries reduce farmer earnings and increase consumer prices.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Theme: </a:t>
            </a:r>
            <a:r>
              <a:rPr b="0" sz="1000">
                <a:solidFill>
                  <a:srgbClr val="1E293B"/>
                </a:solidFill>
              </a:rPr>
              <a:t>Agriculture, FoodTech &amp; Rural Development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PS Category: </a:t>
            </a:r>
            <a:r>
              <a:rPr b="0" sz="1000">
                <a:solidFill>
                  <a:srgbClr val="1E293B"/>
                </a:solidFill>
              </a:rPr>
              <a:t>Software (AI Advisory + IoT Cold-Chain Simulation)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ID: </a:t>
            </a:r>
            <a:r>
              <a:rPr b="0" sz="1000">
                <a:solidFill>
                  <a:srgbClr val="1E293B"/>
                </a:solidFill>
              </a:rPr>
              <a:t>[Enter Registered Team ID]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Name: </a:t>
            </a:r>
            <a:r>
              <a:rPr b="1" sz="1000">
                <a:solidFill>
                  <a:srgbClr val="1E293B"/>
                </a:solidFill>
              </a:rPr>
              <a:t>Ashra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Working Prototype: </a:t>
            </a:r>
            <a:r>
              <a:rPr b="0" sz="1000">
                <a:solidFill>
                  <a:srgbClr val="10784B"/>
                </a:solidFill>
              </a:rPr>
              <a:t>https://agrixora.netlify.app (or Cloudflare Edge Live)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IDEA TITLE — FARM2FUTURE (Agrixora: Direct Marketplace &amp; Pre-Order Supply Chain)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IMPACT AND QUANTIFIABLE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RESEARCH GROUNDING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